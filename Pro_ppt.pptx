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A087-85F7-80EE-D082-6E62C93CA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79474-CA56-D074-A4B4-DC10DB8C6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B033D-B4A5-9365-5A80-978417AB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F4-D0B7-47DA-8778-46FF9E9E306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7D434-AC54-B0A7-2DEC-82D1D724F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C61ED-0DF0-1F82-7E86-D6A0ADD9C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2ADF-9032-4690-8A88-79D88F6B2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59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B074-B96B-4225-5EB8-9917AE27F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95D34-A508-4106-409D-767244959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BB745-B828-67B3-9922-A99A98BE2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F4-D0B7-47DA-8778-46FF9E9E306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45B50-AA4A-3CB5-C217-EB03D785A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50414-05C8-B405-BF5A-FB3FD920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2ADF-9032-4690-8A88-79D88F6B2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372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CA9AF-4C95-89E7-683A-747F6C4E2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C0E57-F949-79D4-9124-B562806CE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824F3-F320-F42B-27CC-0A7DF8AD6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F4-D0B7-47DA-8778-46FF9E9E306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94599-1910-7AAF-7AF9-1F4BD1D8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1DD00-FECF-662F-7640-B1261C3E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2ADF-9032-4690-8A88-79D88F6B2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147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8D6C3-EB47-55CB-2053-192F6BB82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EC9CF-58F6-8FB2-25D1-597C56FFC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28B8A-A8B4-C463-CB25-142953545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F59D4-A7A9-33C8-32AE-D7E2A5230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F4-D0B7-47DA-8778-46FF9E9E306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7976D-E1C8-09D1-0E0D-C3BAAEBF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D68DF-3CA3-AAC5-E6D9-116D36D9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2ADF-9032-4690-8A88-79D88F6B2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21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5F1A1-111A-3ED3-0DEA-2FB7C9B66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3AE82-E351-606C-7715-E55049642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97EAA-6B7E-A350-52E8-EA08391D7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72F165-52CA-FC08-BB58-F8B7589DE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547B0F-E559-C975-26D7-0F2F24C46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9B69CB-009B-FC85-C354-6E94569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F4-D0B7-47DA-8778-46FF9E9E306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B8A622-E20F-4D2B-286C-D5358A730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41B565-9CC5-06B8-8587-916F8F7EA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2ADF-9032-4690-8A88-79D88F6B2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782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E6502-9B58-D6D8-B444-00B889F40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FB5B3A-9EF2-EA20-0838-B510BEDEA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F4-D0B7-47DA-8778-46FF9E9E306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679D3-5931-F6FD-7365-D1CE578E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83422-0828-AB77-C510-C0EBEDB6C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2ADF-9032-4690-8A88-79D88F6B2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068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0BA4C6-8292-377A-2F19-EEFC6360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F4-D0B7-47DA-8778-46FF9E9E306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4FA875-8712-F1B0-291A-1EB47024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3E817-F2FF-A672-E6EB-6E8878233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2ADF-9032-4690-8A88-79D88F6B2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634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EA4FC-7922-49AC-EB00-79458434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4DFFF-4A8A-FF6E-95B7-00FD25185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2B71A-9051-73F1-B0CD-8FEB9FE83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D5EE3-6717-B136-132F-718F1FB13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F4-D0B7-47DA-8778-46FF9E9E306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A48FF-CF34-91A8-4F5D-97C6B7ED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69279-65C7-BF85-C844-B7B1B4279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2ADF-9032-4690-8A88-79D88F6B2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091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218E-68ED-E9EF-B865-052D6B20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F38EEE-6407-F5C1-654E-87F192ED65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364B8-D25F-6188-B2D0-361AA3F02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6A4D1-E5BA-717B-4EB2-BA28603E7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F4-D0B7-47DA-8778-46FF9E9E306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91E0A-5CDD-642B-20A6-DD753A7C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D5972-DEE0-9DD0-EF30-3E12754E2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2ADF-9032-4690-8A88-79D88F6B2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796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58B61-BC95-287B-579F-27AB1FF5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4DBAC-4A7A-1099-394D-85AB48B31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21C60-3D2C-1B0A-8987-93BE762EC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F4-D0B7-47DA-8778-46FF9E9E306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C7CAF-155B-20C6-54E6-B0C64ACBA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6EA21-BF22-2A6F-E146-A06D1163B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2ADF-9032-4690-8A88-79D88F6B2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22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5F076-6543-D93C-BD9B-28D5C96901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74F53-1540-ED63-D50E-84F729EA1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5CB10-11B1-BA53-A18E-F1DD20A98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F4-D0B7-47DA-8778-46FF9E9E306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2264D-8BC1-D639-97CD-510F2616B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F2221-A4D9-3CE5-3C3D-92467207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32ADF-9032-4690-8A88-79D88F6B2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01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B42516-33DD-E462-77F0-011E4EFB8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844C5-6F12-6B71-460E-2CC2F4805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10E50-915C-26B0-FB2C-D58E1AD8C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842F4-D0B7-47DA-8778-46FF9E9E306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370E0-9610-84BB-0899-A22E7BDA2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EC72D-73CD-5CEE-5D24-6B936224C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32ADF-9032-4690-8A88-79D88F6B2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805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2ED4-6613-347B-4156-03AE6E150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xvsdvdcxVaDS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76BAE-3F5E-587D-7BC3-6D3854A25E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637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xvsdvdcxVaDS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venki's ERA</dc:creator>
  <cp:lastModifiedBy>venki's ERA</cp:lastModifiedBy>
  <cp:revision>1</cp:revision>
  <dcterms:created xsi:type="dcterms:W3CDTF">2026-09-04T05:31:22Z</dcterms:created>
  <dcterms:modified xsi:type="dcterms:W3CDTF">2026-09-04T05:32:00Z</dcterms:modified>
</cp:coreProperties>
</file>